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58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2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fif"/><Relationship Id="rId3" Type="http://schemas.openxmlformats.org/officeDocument/2006/relationships/image" Target="../media/image3.jfif"/><Relationship Id="rId7" Type="http://schemas.openxmlformats.org/officeDocument/2006/relationships/image" Target="../media/image7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fif"/><Relationship Id="rId5" Type="http://schemas.openxmlformats.org/officeDocument/2006/relationships/image" Target="../media/image5.jfif"/><Relationship Id="rId4" Type="http://schemas.openxmlformats.org/officeDocument/2006/relationships/image" Target="../media/image4.jfif"/><Relationship Id="rId9" Type="http://schemas.openxmlformats.org/officeDocument/2006/relationships/image" Target="../media/image9.jf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114800" cy="4114800"/>
          </a:xfrm>
          <a:prstGeom prst="ellipse">
            <a:avLst/>
          </a:prstGeom>
          <a:solidFill>
            <a:srgbClr val="23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"/>
            <a:ext cx="2011680" cy="2011680"/>
          </a:xfrm>
          <a:prstGeom prst="ellipse">
            <a:avLst/>
          </a:prstGeom>
          <a:solidFill>
            <a:srgbClr val="2A2A47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3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6400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21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234440" y="621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</a:t>
            </a: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PhotoEyes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réservation de photographes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5760720" cy="1874520"/>
          </a:xfrm>
          <a:prstGeom prst="roundRect">
            <a:avLst>
              <a:gd name="adj" fmla="val 4390"/>
            </a:avLst>
          </a:prstGeom>
          <a:solidFill>
            <a:srgbClr val="23233C"/>
          </a:solidFill>
          <a:ln w="12700">
            <a:solidFill>
              <a:srgbClr val="2323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4453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[AMAFFOUO RAPHAEL BONHEUR]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82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ENCADREUR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4855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Mr.GILDAS</a:t>
            </a:r>
            <a:endParaRPr lang="en-US" sz="13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5285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ENTREPRISE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b="1" kern="0" spc="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ADVANCE-IT Group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56601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[2025/2026]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4297680"/>
            <a:ext cx="4892040" cy="1874520"/>
          </a:xfrm>
          <a:prstGeom prst="roundRect">
            <a:avLst>
              <a:gd name="adj" fmla="val 3902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720840" y="46680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E457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trouver un photographe fiable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d'une plateforme centralisée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des réservations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25312" y="144018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676656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permet de 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photographe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son profil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ses réalisations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via la plateforme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0607040" cy="2386584"/>
          </a:xfrm>
          <a:prstGeom prst="roundRect">
            <a:avLst>
              <a:gd name="adj" fmla="val 3636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647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691640"/>
            <a:ext cx="260604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7647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91640"/>
            <a:ext cx="260604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7647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15400" y="1691640"/>
            <a:ext cx="260604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7647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22860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2606040" cy="1828800"/>
          </a:xfrm>
          <a:prstGeom prst="roundRect">
            <a:avLst>
              <a:gd name="adj" fmla="val 4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8640" y="469087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202936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IMAGE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5477256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Angular + Spring Boot + MySQL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6679C220-0D8D-4F36-2AB6-0D43FA3DF325}"/>
              </a:ext>
            </a:extLst>
          </p:cNvPr>
          <p:cNvSpPr/>
          <p:nvPr/>
        </p:nvSpPr>
        <p:spPr>
          <a:xfrm>
            <a:off x="3337560" y="4315968"/>
            <a:ext cx="2606040" cy="1828800"/>
          </a:xfrm>
          <a:prstGeom prst="roundRect">
            <a:avLst>
              <a:gd name="adj" fmla="val 4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23620182-E03C-623C-AA14-C9631D8F6F9A}"/>
              </a:ext>
            </a:extLst>
          </p:cNvPr>
          <p:cNvSpPr/>
          <p:nvPr/>
        </p:nvSpPr>
        <p:spPr>
          <a:xfrm>
            <a:off x="6126480" y="4315968"/>
            <a:ext cx="2606040" cy="1828800"/>
          </a:xfrm>
          <a:prstGeom prst="roundRect">
            <a:avLst>
              <a:gd name="adj" fmla="val 400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C4D41879-9802-EBD9-CD90-BBF27FE627B5}"/>
              </a:ext>
            </a:extLst>
          </p:cNvPr>
          <p:cNvSpPr/>
          <p:nvPr/>
        </p:nvSpPr>
        <p:spPr>
          <a:xfrm>
            <a:off x="8942832" y="4315968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FE3C8F9-77C1-248E-4B39-880BF585F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424" y="4315968"/>
            <a:ext cx="1035136" cy="103513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B54888D4-5C13-9332-C3AC-D9B33FEA1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7047" y="4369244"/>
            <a:ext cx="1020821" cy="877866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FDDC6C14-4A13-9E46-CED1-C1540EEF4B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355950"/>
            <a:ext cx="660588" cy="660588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B2D7ECE6-F154-8214-C3D6-A18521014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9827" y="5233207"/>
            <a:ext cx="992912" cy="791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générale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991356" y="1783080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1B1B2F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91356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91356" y="2203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66460" y="2633472"/>
            <a:ext cx="256032" cy="292608"/>
          </a:xfrm>
          <a:prstGeom prst="downArrow">
            <a:avLst/>
          </a:prstGeom>
          <a:solidFill>
            <a:srgbClr val="6B6B7B"/>
          </a:solidFill>
          <a:ln/>
        </p:spPr>
      </p:sp>
      <p:sp>
        <p:nvSpPr>
          <p:cNvPr id="8" name="Shape 6"/>
          <p:cNvSpPr/>
          <p:nvPr/>
        </p:nvSpPr>
        <p:spPr>
          <a:xfrm>
            <a:off x="3991356" y="2944368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E8A33D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91356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Angular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91356" y="3364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composants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66460" y="3794760"/>
            <a:ext cx="256032" cy="292608"/>
          </a:xfrm>
          <a:prstGeom prst="downArrow">
            <a:avLst/>
          </a:prstGeom>
          <a:solidFill>
            <a:srgbClr val="6B6B7B"/>
          </a:solidFill>
          <a:ln/>
        </p:spPr>
      </p:sp>
      <p:sp>
        <p:nvSpPr>
          <p:cNvPr id="12" name="Shape 10"/>
          <p:cNvSpPr/>
          <p:nvPr/>
        </p:nvSpPr>
        <p:spPr>
          <a:xfrm>
            <a:off x="3991356" y="4105656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1B1B2F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91356" y="41788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Spring Boot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91356" y="4526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&amp; sécurité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6460" y="4956048"/>
            <a:ext cx="256032" cy="292608"/>
          </a:xfrm>
          <a:prstGeom prst="downArrow">
            <a:avLst/>
          </a:prstGeom>
          <a:solidFill>
            <a:srgbClr val="6B6B7B"/>
          </a:solidFill>
          <a:ln/>
        </p:spPr>
      </p:sp>
      <p:sp>
        <p:nvSpPr>
          <p:cNvPr id="16" name="Shape 14"/>
          <p:cNvSpPr/>
          <p:nvPr/>
        </p:nvSpPr>
        <p:spPr>
          <a:xfrm>
            <a:off x="3991356" y="5266944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E8A33D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91356" y="5340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91356" y="5687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de la base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408379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408379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1531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48459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motDePasse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69080" y="2408379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9080" y="2408379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481531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3048459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2408379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0" y="2408379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1B1B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481531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3048459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de photographes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d'un mot-clé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d'une ville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65760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58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photographes correspondants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89320" y="756377"/>
            <a:ext cx="5349240" cy="5619565"/>
          </a:xfrm>
          <a:prstGeom prst="roundRect">
            <a:avLst>
              <a:gd name="adj" fmla="val 23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 des photographes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Affichage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Angular utilisés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HeroSearchComponent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PhotographerCardComponent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20640" y="1444752"/>
            <a:ext cx="6080760" cy="4700016"/>
          </a:xfrm>
          <a:prstGeom prst="roundRect">
            <a:avLst>
              <a:gd name="adj" fmla="val 213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détaillée du photographe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Informations affichées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Bannière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profil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Évolutions réalisées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074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 la note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727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7274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d'avis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047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0474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vérifié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67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36752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4548" y="1444752"/>
            <a:ext cx="7253056" cy="4910328"/>
          </a:xfrm>
          <a:prstGeom prst="roundRect">
            <a:avLst>
              <a:gd name="adj" fmla="val 155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ROBUSTESSE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états de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pendant le chargement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703320" cy="3063240"/>
          </a:xfrm>
          <a:prstGeom prst="roundRect">
            <a:avLst>
              <a:gd name="adj" fmla="val 23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5196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1960" y="2011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 inexistant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1960" y="2423160"/>
            <a:ext cx="3703320" cy="3063240"/>
          </a:xfrm>
          <a:prstGeom prst="roundRect">
            <a:avLst>
              <a:gd name="adj" fmla="val 23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9400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2011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serveur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2423160"/>
            <a:ext cx="3703320" cy="3063240"/>
          </a:xfrm>
          <a:prstGeom prst="roundRect">
            <a:avLst>
              <a:gd name="adj" fmla="val 23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réservation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01952" cy="1051560"/>
          </a:xfrm>
          <a:prstGeom prst="roundRect">
            <a:avLst>
              <a:gd name="adj" fmla="val 7826"/>
            </a:avLst>
          </a:prstGeom>
          <a:solidFill>
            <a:srgbClr val="1B1B2F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9736" y="2702052"/>
            <a:ext cx="329184" cy="219456"/>
          </a:xfrm>
          <a:prstGeom prst="rightArrow">
            <a:avLst/>
          </a:prstGeom>
          <a:solidFill>
            <a:srgbClr val="6B6B7B"/>
          </a:solidFill>
          <a:ln/>
        </p:spPr>
      </p:sp>
      <p:sp>
        <p:nvSpPr>
          <p:cNvPr id="7" name="Shape 5"/>
          <p:cNvSpPr/>
          <p:nvPr/>
        </p:nvSpPr>
        <p:spPr>
          <a:xfrm>
            <a:off x="2724912" y="2286000"/>
            <a:ext cx="1901952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24912" y="228600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36008" y="2702052"/>
            <a:ext cx="329184" cy="219456"/>
          </a:xfrm>
          <a:prstGeom prst="rightArrow">
            <a:avLst/>
          </a:prstGeom>
          <a:solidFill>
            <a:srgbClr val="6B6B7B"/>
          </a:solidFill>
          <a:ln/>
        </p:spPr>
      </p:sp>
      <p:sp>
        <p:nvSpPr>
          <p:cNvPr id="10" name="Shape 8"/>
          <p:cNvSpPr/>
          <p:nvPr/>
        </p:nvSpPr>
        <p:spPr>
          <a:xfrm>
            <a:off x="4901184" y="2286000"/>
            <a:ext cx="1901952" cy="1051560"/>
          </a:xfrm>
          <a:prstGeom prst="roundRect">
            <a:avLst>
              <a:gd name="adj" fmla="val 7826"/>
            </a:avLst>
          </a:prstGeom>
          <a:solidFill>
            <a:srgbClr val="1B1B2F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01184" y="228600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2702052"/>
            <a:ext cx="329184" cy="219456"/>
          </a:xfrm>
          <a:prstGeom prst="rightArrow">
            <a:avLst/>
          </a:prstGeom>
          <a:solidFill>
            <a:srgbClr val="6B6B7B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7456" y="2286000"/>
            <a:ext cx="1901952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77456" y="228600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88552" y="2702052"/>
            <a:ext cx="329184" cy="219456"/>
          </a:xfrm>
          <a:prstGeom prst="rightArrow">
            <a:avLst/>
          </a:prstGeom>
          <a:solidFill>
            <a:srgbClr val="6B6B7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3728" y="2286000"/>
            <a:ext cx="1901952" cy="1051560"/>
          </a:xfrm>
          <a:prstGeom prst="roundRect">
            <a:avLst>
              <a:gd name="adj" fmla="val 7826"/>
            </a:avLst>
          </a:prstGeom>
          <a:solidFill>
            <a:srgbClr val="1B1B2F"/>
          </a:solidFill>
          <a:ln/>
          <a:effectLst>
            <a:outerShdw blurRad="101600" dist="381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228600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45608" y="3429000"/>
            <a:ext cx="3978972" cy="3044952"/>
          </a:xfrm>
          <a:prstGeom prst="roundRect">
            <a:avLst>
              <a:gd name="adj" fmla="val 3077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9384" y="3657600"/>
            <a:ext cx="1655064" cy="457200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10" name="Text 8"/>
          <p:cNvSpPr/>
          <p:nvPr/>
        </p:nvSpPr>
        <p:spPr>
          <a:xfrm>
            <a:off x="1929384" y="365760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13048" y="36576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6B6B7B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887767"/>
            <a:ext cx="6263640" cy="5257001"/>
          </a:xfrm>
          <a:prstGeom prst="roundRect">
            <a:avLst>
              <a:gd name="adj" fmla="val 213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E457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EventEmitter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691640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E4573D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7647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34840" y="2331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0" y="1691640"/>
            <a:ext cx="3794760" cy="457200"/>
          </a:xfrm>
          <a:prstGeom prst="roundRect">
            <a:avLst>
              <a:gd name="adj" fmla="val 18000"/>
            </a:avLst>
          </a:prstGeom>
          <a:solidFill>
            <a:srgbClr val="E4573D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7647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46720" y="2331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JPA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réalisées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13146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313146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réutilisables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RatingStars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VerifiedBadge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CurrencyPipe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82270" y="1694614"/>
            <a:ext cx="2831089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blurRad="101600" dist="38100" dir="5400000" algn="bl" rotWithShape="0">
              <a:srgbClr val="1B1B2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82270" y="1694614"/>
            <a:ext cx="2831089" cy="457200"/>
          </a:xfrm>
          <a:prstGeom prst="roundRect">
            <a:avLst>
              <a:gd name="adj" fmla="val 18000"/>
            </a:avLst>
          </a:prstGeom>
          <a:solidFill>
            <a:srgbClr val="1B1B2F"/>
          </a:solidFill>
          <a:ln/>
        </p:spPr>
      </p:sp>
      <p:sp>
        <p:nvSpPr>
          <p:cNvPr id="19" name="Text 17"/>
          <p:cNvSpPr/>
          <p:nvPr/>
        </p:nvSpPr>
        <p:spPr>
          <a:xfrm>
            <a:off x="4331638" y="177393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94478" y="2340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14518" y="23408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94478" y="2752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4518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94478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14518" y="3163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MySQL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10509" y="786384"/>
            <a:ext cx="3840259" cy="5463496"/>
          </a:xfrm>
          <a:prstGeom prst="roundRect">
            <a:avLst>
              <a:gd name="adj" fmla="val 61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venir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7" name="Text 5"/>
          <p:cNvSpPr/>
          <p:nvPr/>
        </p:nvSpPr>
        <p:spPr>
          <a:xfrm>
            <a:off x="1005840" y="21305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0" name="Text 8"/>
          <p:cNvSpPr/>
          <p:nvPr/>
        </p:nvSpPr>
        <p:spPr>
          <a:xfrm>
            <a:off x="1005840" y="26334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13" name="Text 11"/>
          <p:cNvSpPr/>
          <p:nvPr/>
        </p:nvSpPr>
        <p:spPr>
          <a:xfrm>
            <a:off x="1005840" y="31363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utilisateur–photographe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16" name="Text 14"/>
          <p:cNvSpPr/>
          <p:nvPr/>
        </p:nvSpPr>
        <p:spPr>
          <a:xfrm>
            <a:off x="1005840" y="363931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42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4" dirty="0"/>
          </a:p>
        </p:txBody>
      </p:sp>
      <p:sp>
        <p:nvSpPr>
          <p:cNvPr id="19" name="Text 17"/>
          <p:cNvSpPr/>
          <p:nvPr/>
        </p:nvSpPr>
        <p:spPr>
          <a:xfrm>
            <a:off x="1005840" y="414223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réel des photos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3233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2926080" cy="2926080"/>
          </a:xfrm>
          <a:prstGeom prst="ellipse">
            <a:avLst/>
          </a:prstGeom>
          <a:solidFill>
            <a:srgbClr val="23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 obtenu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permet aujourd'hui de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des photographes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leurs profils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comptes utilisateurs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via la plateforme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acquises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262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56232" y="452628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4526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9584" y="452628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452628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45262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526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2E2E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83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Full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411480"/>
            <a:ext cx="6614160" cy="6035040"/>
          </a:xfrm>
          <a:prstGeom prst="roundRect">
            <a:avLst>
              <a:gd name="adj" fmla="val 158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8A33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PhotoEyes — Plateforme de réservation de photographes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497</Words>
  <Application>Microsoft Office PowerPoint</Application>
  <PresentationFormat>Grand écran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toutpetit raphael</dc:creator>
  <cp:lastModifiedBy>toutpetit raphael</cp:lastModifiedBy>
  <cp:revision>6</cp:revision>
  <dcterms:created xsi:type="dcterms:W3CDTF">2026-07-22T10:35:19Z</dcterms:created>
  <dcterms:modified xsi:type="dcterms:W3CDTF">2026-07-23T17:28:10Z</dcterms:modified>
</cp:coreProperties>
</file>